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9" r:id="rId4"/>
    <p:sldId id="278" r:id="rId5"/>
    <p:sldId id="279" r:id="rId6"/>
    <p:sldId id="280" r:id="rId7"/>
    <p:sldId id="283" r:id="rId8"/>
    <p:sldId id="284" r:id="rId9"/>
    <p:sldId id="285" r:id="rId10"/>
    <p:sldId id="286" r:id="rId11"/>
    <p:sldId id="277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73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8DD4096-84B4-6569-992C-F52A71CA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456234A0-01F2-E6E9-A0C6-4162A41479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D7E824A2-5581-67FD-EE79-62D85686E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868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D5C5E82-8A82-FFBD-3585-894F5E88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59BFFF1B-1B7A-3A5B-D661-AE914883F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0C74CD13-33FB-82C5-FE70-9698BC490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904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FA5BFD2-F517-A3F1-B114-145D1DC8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A620D48F-C584-3893-56B1-CE7D1F6F59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920EF9AB-F13A-6C8A-25A6-BBB5214A9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826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BC268950-48B8-97F1-06D0-7822AD68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605E13AA-41CF-AF12-C53B-B29A21E04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0DB1E48-869D-A584-D55A-9C279BE82C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94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97A43DE-AA6C-6D6F-DE08-3FE116F48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0C43A0B-F71C-F7B8-8FAF-B3986EB43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14BF9A42-55B5-D40E-B93D-C6778C3419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38587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5B77D3E-561A-D316-D772-57B7B0B2B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72518264-6FC6-611D-655D-B8D386F05A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0A20B76B-A908-DFC8-CB19-A39AF5DA6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94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81BE99B3-FF18-0AEA-ED23-365A05C8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B59C7F88-B9AF-14FC-29A9-7B4F94084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86AA9287-9EFB-E4B8-CB8A-1DA5206ECC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431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CBDEB0A-C772-348F-AF81-0DA5E0E0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18d7eca593_0_30:notes">
            <a:extLst>
              <a:ext uri="{FF2B5EF4-FFF2-40B4-BE49-F238E27FC236}">
                <a16:creationId xmlns:a16="http://schemas.microsoft.com/office/drawing/2014/main" id="{23B23B72-F599-505C-FC29-4F86ECBBF6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18d7eca593_0_30:notes">
            <a:extLst>
              <a:ext uri="{FF2B5EF4-FFF2-40B4-BE49-F238E27FC236}">
                <a16:creationId xmlns:a16="http://schemas.microsoft.com/office/drawing/2014/main" id="{51E07B03-2FC8-03AD-7677-06BA6AB23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957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1349275" y="2995800"/>
            <a:ext cx="6846988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500" b="1" dirty="0">
                <a:solidFill>
                  <a:srgbClr val="19264B"/>
                </a:solidFill>
              </a:rPr>
              <a:t>프로젝트 </a:t>
            </a:r>
            <a:r>
              <a:rPr lang="en-US" altLang="ko" sz="2500" b="1" dirty="0">
                <a:solidFill>
                  <a:srgbClr val="19264B"/>
                </a:solidFill>
              </a:rPr>
              <a:t>CV</a:t>
            </a:r>
            <a:r>
              <a:rPr lang="ko-KR" altLang="en-US" sz="2500" b="1" dirty="0">
                <a:solidFill>
                  <a:srgbClr val="19264B"/>
                </a:solidFill>
              </a:rPr>
              <a:t> </a:t>
            </a:r>
            <a:r>
              <a:rPr lang="en-US" altLang="ko-KR" sz="2500" b="1" dirty="0">
                <a:solidFill>
                  <a:srgbClr val="19264B"/>
                </a:solidFill>
              </a:rPr>
              <a:t>3</a:t>
            </a:r>
            <a:r>
              <a:rPr lang="ko-KR" altLang="en-US" sz="2500" b="1" dirty="0">
                <a:solidFill>
                  <a:srgbClr val="19264B"/>
                </a:solidFill>
              </a:rPr>
              <a:t>팀 중간 발표</a:t>
            </a:r>
            <a:endParaRPr lang="en-US" altLang="ko-KR"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" dirty="0">
                <a:solidFill>
                  <a:srgbClr val="19264B"/>
                </a:solidFill>
              </a:rPr>
              <a:t>10.28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b="1" dirty="0">
                <a:solidFill>
                  <a:srgbClr val="19264B"/>
                </a:solidFill>
              </a:rPr>
              <a:t>발표자 :</a:t>
            </a:r>
            <a:r>
              <a:rPr lang="en-US" altLang="ko" sz="1100" b="1" dirty="0">
                <a:solidFill>
                  <a:srgbClr val="19264B"/>
                </a:solidFill>
              </a:rPr>
              <a:t> </a:t>
            </a:r>
            <a:r>
              <a:rPr lang="ko-KR" altLang="en-US" sz="1100" b="1" dirty="0">
                <a:solidFill>
                  <a:srgbClr val="19264B"/>
                </a:solidFill>
              </a:rPr>
              <a:t>이성욱</a:t>
            </a:r>
            <a:endParaRPr sz="1100" b="1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</a:t>
            </a:r>
            <a:r>
              <a:rPr lang="ko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원 소개 및 만남 인증</a:t>
            </a:r>
            <a:endParaRPr sz="20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5855854" y="1696306"/>
            <a:ext cx="3043447" cy="1908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lt"/>
              </a:rPr>
              <a:t>프로젝트원 </a:t>
            </a:r>
            <a:r>
              <a:rPr lang="en-US" altLang="ko-KR" b="1" dirty="0">
                <a:latin typeface="+mj-lt"/>
              </a:rPr>
              <a:t>1: </a:t>
            </a:r>
            <a:r>
              <a:rPr lang="ko-KR" altLang="en-US" b="1" dirty="0" err="1">
                <a:latin typeface="+mj-lt"/>
              </a:rPr>
              <a:t>권순범</a:t>
            </a:r>
            <a:endParaRPr b="1" dirty="0">
              <a:latin typeface="+mj-l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lt"/>
              </a:rPr>
              <a:t>프로젝트원 </a:t>
            </a:r>
            <a:r>
              <a:rPr lang="en-US" altLang="ko-KR" b="1" dirty="0">
                <a:latin typeface="+mj-lt"/>
              </a:rPr>
              <a:t>2: </a:t>
            </a:r>
            <a:r>
              <a:rPr lang="ko-KR" altLang="en-US" b="1" dirty="0">
                <a:latin typeface="+mj-lt"/>
              </a:rPr>
              <a:t>노기현</a:t>
            </a:r>
            <a:endParaRPr lang="en-US" altLang="ko-KR" b="1" dirty="0">
              <a:latin typeface="+mj-lt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+mj-lt"/>
              </a:rPr>
              <a:t>프로젝트원 </a:t>
            </a:r>
            <a:r>
              <a:rPr lang="en-US" altLang="ko-KR" b="1" dirty="0">
                <a:latin typeface="+mj-lt"/>
              </a:rPr>
              <a:t>3: </a:t>
            </a:r>
            <a:r>
              <a:rPr lang="ko-KR" altLang="en-US" b="1" dirty="0">
                <a:latin typeface="+mj-lt"/>
              </a:rPr>
              <a:t>송재호</a:t>
            </a:r>
            <a:endParaRPr lang="en-US" altLang="ko-KR" b="1" dirty="0">
              <a:latin typeface="+mj-lt"/>
            </a:endParaRPr>
          </a:p>
          <a:p>
            <a:pPr>
              <a:lnSpc>
                <a:spcPct val="200000"/>
              </a:lnSpc>
            </a:pPr>
            <a:r>
              <a:rPr lang="ko-KR" altLang="en-US" b="1" dirty="0">
                <a:latin typeface="+mj-lt"/>
              </a:rPr>
              <a:t>프로젝트원 </a:t>
            </a:r>
            <a:r>
              <a:rPr lang="en-US" altLang="ko-KR" b="1" dirty="0">
                <a:latin typeface="+mj-lt"/>
              </a:rPr>
              <a:t>4: </a:t>
            </a:r>
            <a:r>
              <a:rPr lang="ko-KR" altLang="en-US" b="1" dirty="0">
                <a:latin typeface="+mj-lt"/>
              </a:rPr>
              <a:t>이성욱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55340F-61AF-F180-48BD-6253E4CFF2BF}"/>
              </a:ext>
            </a:extLst>
          </p:cNvPr>
          <p:cNvSpPr/>
          <p:nvPr/>
        </p:nvSpPr>
        <p:spPr>
          <a:xfrm>
            <a:off x="2030569" y="1352282"/>
            <a:ext cx="2897746" cy="271314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 방향</a:t>
            </a:r>
          </a:p>
        </p:txBody>
      </p:sp>
      <p:sp>
        <p:nvSpPr>
          <p:cNvPr id="3" name="Google Shape;83;p16">
            <a:extLst>
              <a:ext uri="{FF2B5EF4-FFF2-40B4-BE49-F238E27FC236}">
                <a16:creationId xmlns:a16="http://schemas.microsoft.com/office/drawing/2014/main" id="{5A8C8EAE-862F-3B20-3413-FCC18076C09A}"/>
              </a:ext>
            </a:extLst>
          </p:cNvPr>
          <p:cNvSpPr txBox="1"/>
          <p:nvPr/>
        </p:nvSpPr>
        <p:spPr>
          <a:xfrm>
            <a:off x="1026541" y="980682"/>
            <a:ext cx="7779297" cy="503184"/>
          </a:xfrm>
          <a:prstGeom prst="rect">
            <a:avLst/>
          </a:prstGeom>
          <a:noFill/>
          <a:ln w="254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“</a:t>
            </a:r>
            <a:r>
              <a:rPr lang="en-US" altLang="ko-KR" sz="1800" b="1" dirty="0" err="1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huggingface</a:t>
            </a:r>
            <a:r>
              <a:rPr lang="ko-KR" alt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를 활용한 </a:t>
            </a:r>
            <a:r>
              <a:rPr lang="en-US" altLang="ko-KR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fine-tuning”</a:t>
            </a:r>
            <a:endParaRPr sz="18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4E8D878-B4C6-8AD9-4B75-1DF332A78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7598" y="1862063"/>
            <a:ext cx="6596164" cy="2741067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173EE7F-188E-4680-E6DD-93B62E37B5E3}"/>
              </a:ext>
            </a:extLst>
          </p:cNvPr>
          <p:cNvSpPr/>
          <p:nvPr/>
        </p:nvSpPr>
        <p:spPr>
          <a:xfrm>
            <a:off x="6846853" y="2923502"/>
            <a:ext cx="1411101" cy="6825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29C8511-90C2-7CD1-9E28-9DA0081C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714FBD36-ABD9-1D44-545D-08DA0F84A8F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A9D6738F-F7FF-CC31-F162-6F82DCFEE86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FE166008-8D23-67D7-75AD-100D0F5E5E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A21325E-C45C-3E93-8FF9-77B3B4D76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967" y="1717287"/>
            <a:ext cx="5991774" cy="3234920"/>
          </a:xfrm>
          <a:prstGeom prst="rect">
            <a:avLst/>
          </a:prstGeom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BD6C1896-7DDF-EC39-343C-EA91556CB83E}"/>
              </a:ext>
            </a:extLst>
          </p:cNvPr>
          <p:cNvSpPr txBox="1"/>
          <p:nvPr/>
        </p:nvSpPr>
        <p:spPr>
          <a:xfrm>
            <a:off x="1258205" y="1214103"/>
            <a:ext cx="7779297" cy="503184"/>
          </a:xfrm>
          <a:prstGeom prst="rect">
            <a:avLst/>
          </a:prstGeom>
          <a:noFill/>
          <a:ln w="254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Inference or Fine-tuning?</a:t>
            </a:r>
            <a:endParaRPr sz="18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sp>
        <p:nvSpPr>
          <p:cNvPr id="8" name="Google Shape;83;p16">
            <a:extLst>
              <a:ext uri="{FF2B5EF4-FFF2-40B4-BE49-F238E27FC236}">
                <a16:creationId xmlns:a16="http://schemas.microsoft.com/office/drawing/2014/main" id="{1944855B-8D2C-0C98-9612-0B8317D6B55C}"/>
              </a:ext>
            </a:extLst>
          </p:cNvPr>
          <p:cNvSpPr txBox="1"/>
          <p:nvPr/>
        </p:nvSpPr>
        <p:spPr>
          <a:xfrm>
            <a:off x="1408975" y="306875"/>
            <a:ext cx="6490068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 방향 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- </a:t>
            </a:r>
            <a:r>
              <a:rPr lang="en-US" altLang="ko-KR" sz="2000" b="1" dirty="0" err="1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huggingface</a:t>
            </a:r>
            <a:r>
              <a:rPr lang="ko-KR" altLang="en-US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를 활용한 </a:t>
            </a:r>
            <a:r>
              <a:rPr lang="en-US" altLang="ko-KR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fine-tuning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178811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F698652-F2F6-4328-02EB-109CDAFC0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1DA36145-0CA6-8000-3545-246FE94FCE7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AAEF9CDD-327D-95C1-DFAF-DC90A72F44D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5B73EFEE-C556-AF76-162E-2E6BA5C7B23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123A9A5-B044-84E1-2917-B97872380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749" y="1345841"/>
            <a:ext cx="6373606" cy="2698125"/>
          </a:xfrm>
          <a:prstGeom prst="rect">
            <a:avLst/>
          </a:prstGeom>
        </p:spPr>
      </p:pic>
      <p:sp>
        <p:nvSpPr>
          <p:cNvPr id="5" name="Google Shape;83;p16">
            <a:extLst>
              <a:ext uri="{FF2B5EF4-FFF2-40B4-BE49-F238E27FC236}">
                <a16:creationId xmlns:a16="http://schemas.microsoft.com/office/drawing/2014/main" id="{080077E9-A9B2-2D74-8FD4-9A5E16F60F55}"/>
              </a:ext>
            </a:extLst>
          </p:cNvPr>
          <p:cNvSpPr txBox="1"/>
          <p:nvPr/>
        </p:nvSpPr>
        <p:spPr>
          <a:xfrm>
            <a:off x="1408975" y="306875"/>
            <a:ext cx="6490068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 방향 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- </a:t>
            </a:r>
            <a:r>
              <a:rPr lang="en-US" altLang="ko-KR" sz="2000" b="1" dirty="0" err="1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huggingface</a:t>
            </a:r>
            <a:r>
              <a:rPr lang="ko-KR" altLang="en-US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를 활용한 </a:t>
            </a:r>
            <a:r>
              <a:rPr lang="en-US" altLang="ko-KR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fine-tuning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9817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D811B74C-3D53-A459-FB61-04325F86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CEA4DA2E-A5AB-AB02-4063-8C5BE7BE977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7DB8DBD6-CDD6-59C8-A347-F9B284364AA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17DBDC5D-E7AB-F3B9-9F14-6EB7046020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953FCD8C-28C4-9581-3458-BA7A30752F72}"/>
              </a:ext>
            </a:extLst>
          </p:cNvPr>
          <p:cNvSpPr txBox="1"/>
          <p:nvPr/>
        </p:nvSpPr>
        <p:spPr>
          <a:xfrm>
            <a:off x="1408975" y="306875"/>
            <a:ext cx="6490068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 방향 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- </a:t>
            </a:r>
            <a:r>
              <a:rPr lang="en-US" altLang="ko-KR" sz="2000" b="1" dirty="0" err="1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huggingface</a:t>
            </a:r>
            <a:r>
              <a:rPr lang="ko-KR" altLang="en-US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를 활용한 </a:t>
            </a:r>
            <a:r>
              <a:rPr lang="en-US" altLang="ko-KR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fine-tuning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74460E3-9383-3601-9E23-5BF4E40D4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972" y="1165138"/>
            <a:ext cx="3043848" cy="36714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A99E9F4-0628-6904-CB5E-46FBCE2B4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300" y="2299254"/>
            <a:ext cx="4099481" cy="2448757"/>
          </a:xfrm>
          <a:prstGeom prst="rect">
            <a:avLst/>
          </a:prstGeom>
        </p:spPr>
      </p:pic>
      <p:sp>
        <p:nvSpPr>
          <p:cNvPr id="8" name="Google Shape;83;p16">
            <a:extLst>
              <a:ext uri="{FF2B5EF4-FFF2-40B4-BE49-F238E27FC236}">
                <a16:creationId xmlns:a16="http://schemas.microsoft.com/office/drawing/2014/main" id="{1BC9FD18-8361-46EB-8774-3F379E34794D}"/>
              </a:ext>
            </a:extLst>
          </p:cNvPr>
          <p:cNvSpPr txBox="1"/>
          <p:nvPr/>
        </p:nvSpPr>
        <p:spPr>
          <a:xfrm>
            <a:off x="4837300" y="1214103"/>
            <a:ext cx="4200202" cy="821733"/>
          </a:xfrm>
          <a:prstGeom prst="rect">
            <a:avLst/>
          </a:prstGeom>
          <a:noFill/>
          <a:ln w="25400"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Classfication</a:t>
            </a:r>
            <a:r>
              <a:rPr lang="ko-KR" alt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과 관련된 </a:t>
            </a:r>
            <a:r>
              <a:rPr lang="en-US" altLang="ko-KR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config</a:t>
            </a:r>
            <a:r>
              <a:rPr lang="ko-KR" alt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는</a:t>
            </a:r>
            <a:r>
              <a:rPr lang="en-US" altLang="ko-KR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분류 개수에 변경</a:t>
            </a:r>
            <a:endParaRPr sz="18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96452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A5951059-E72D-FED9-8276-9B92598D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F6D2C9C-E942-E596-196D-BD4419BACDD8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D61D17B4-DC98-11DE-5491-04252BF70C8D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4E5BC50-633F-E9F5-9D51-FD89656F51B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345B21AB-A22B-5883-0843-6CB579E862B2}"/>
              </a:ext>
            </a:extLst>
          </p:cNvPr>
          <p:cNvSpPr txBox="1"/>
          <p:nvPr/>
        </p:nvSpPr>
        <p:spPr>
          <a:xfrm>
            <a:off x="1408975" y="306875"/>
            <a:ext cx="6490068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 방향 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- </a:t>
            </a:r>
            <a:r>
              <a:rPr lang="en-US" altLang="ko-KR" sz="2000" b="1" dirty="0" err="1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huggingface</a:t>
            </a:r>
            <a:r>
              <a:rPr lang="ko-KR" altLang="en-US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를 활용한 </a:t>
            </a:r>
            <a:r>
              <a:rPr lang="en-US" altLang="ko-KR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fine-tuning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BF7A04-5E0F-3982-2F49-56BFF29C3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503" y="1199397"/>
            <a:ext cx="6511694" cy="361467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2FE56E45-86D5-7E31-DB04-3C1C1DF7CF54}"/>
              </a:ext>
            </a:extLst>
          </p:cNvPr>
          <p:cNvSpPr/>
          <p:nvPr/>
        </p:nvSpPr>
        <p:spPr>
          <a:xfrm>
            <a:off x="1902491" y="1940415"/>
            <a:ext cx="3060168" cy="631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968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14071AE9-E13D-264A-AE6F-607522C3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AC23E345-DE11-3753-FF7B-CDDB1BE4467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284D970D-E8A0-3267-1368-3BB0144FD589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2E2F3D1D-41D8-A991-6CC5-5FE3B49F096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87EBAE77-D12C-DDEC-DEAB-F99B0311E072}"/>
              </a:ext>
            </a:extLst>
          </p:cNvPr>
          <p:cNvSpPr txBox="1"/>
          <p:nvPr/>
        </p:nvSpPr>
        <p:spPr>
          <a:xfrm>
            <a:off x="1408975" y="306875"/>
            <a:ext cx="6490068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프로젝트 방향 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- </a:t>
            </a:r>
            <a:r>
              <a:rPr lang="en-US" altLang="ko-KR" sz="2000" b="1" dirty="0" err="1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huggingface</a:t>
            </a:r>
            <a:r>
              <a:rPr lang="ko-KR" altLang="en-US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를 활용한 </a:t>
            </a:r>
            <a:r>
              <a:rPr lang="en-US" altLang="ko-KR" sz="2000" b="1" dirty="0">
                <a:solidFill>
                  <a:srgbClr val="19264B"/>
                </a:solidFill>
                <a:ea typeface="NanumGothic ExtraBold"/>
                <a:cs typeface="NanumGothic ExtraBold"/>
                <a:sym typeface="NanumGothic ExtraBold"/>
              </a:rPr>
              <a:t>fine-tuning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20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37B535-7813-5D8E-D7C8-35B60F7A0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725" y="1055550"/>
            <a:ext cx="6493945" cy="376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84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C715682F-51E5-DF0E-ED84-7A299315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9C1FBBC7-909D-11EF-4E30-AAF25112B33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118C5A03-B0FD-F92F-4065-0BCCF1635EB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0E46E190-7E41-5F4B-3774-AD1B387ABCD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0D7B7006-8F54-CBFB-B49C-38FF7487DE11}"/>
              </a:ext>
            </a:extLst>
          </p:cNvPr>
          <p:cNvSpPr txBox="1"/>
          <p:nvPr/>
        </p:nvSpPr>
        <p:spPr>
          <a:xfrm>
            <a:off x="1421853" y="352559"/>
            <a:ext cx="711684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Dataset </a:t>
            </a: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및 주제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선정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 –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안면 이미지를 이용한 성별 및 연령 추정 </a:t>
            </a:r>
            <a:r>
              <a:rPr lang="en-US" altLang="ko-KR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demo</a:t>
            </a:r>
            <a:endParaRPr lang="ko-KR" altLang="en-US" sz="18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A35748-27E8-E129-6DD1-1C2342975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363" y="1760212"/>
            <a:ext cx="3422738" cy="23223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117FE71-7CC2-4D0A-5A1B-18A3981E9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9524" y="1760212"/>
            <a:ext cx="3528140" cy="25585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4108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FC044397-2079-564C-5403-0194D7671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6F8AF42-69B1-DB09-9953-E55B887942A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D7BD9FC-729C-13F1-76B4-386E15D978F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3BD150D-EB1E-2C1F-9F5E-E3D5CC4598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D9C48569-250F-2501-B1C6-5BFE8F10C66C}"/>
              </a:ext>
            </a:extLst>
          </p:cNvPr>
          <p:cNvSpPr txBox="1"/>
          <p:nvPr/>
        </p:nvSpPr>
        <p:spPr>
          <a:xfrm>
            <a:off x="1421853" y="352559"/>
            <a:ext cx="7116840" cy="85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추후 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Dataset </a:t>
            </a: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및 주제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 </a:t>
            </a: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선정 </a:t>
            </a:r>
            <a:r>
              <a:rPr lang="en-US" altLang="ko-KR" sz="20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–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800" b="1" dirty="0" err="1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huggingface</a:t>
            </a:r>
            <a:r>
              <a:rPr lang="ko-KR" alt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을 이용한 </a:t>
            </a:r>
            <a:r>
              <a:rPr lang="en-US" altLang="ko-KR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fine-tuning </a:t>
            </a:r>
            <a:r>
              <a:rPr lang="ko-KR" altLang="en-US" sz="1800" b="1" dirty="0">
                <a:solidFill>
                  <a:srgbClr val="19264B"/>
                </a:solidFill>
                <a:latin typeface="+mj-lt"/>
                <a:ea typeface="NanumGothic ExtraBold"/>
                <a:cs typeface="NanumGothic ExtraBold"/>
                <a:sym typeface="NanumGothic ExtraBold"/>
              </a:rPr>
              <a:t>중심</a:t>
            </a:r>
            <a:endParaRPr lang="en-US" altLang="ko-KR" sz="1800" b="1" dirty="0">
              <a:solidFill>
                <a:srgbClr val="19264B"/>
              </a:solidFill>
              <a:latin typeface="+mj-lt"/>
              <a:ea typeface="NanumGothic ExtraBold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ED3DFF-BCC9-28DD-F1A7-FE51914DB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5993" y="1394732"/>
            <a:ext cx="6286311" cy="151284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7E90AA7-EEFA-60C8-8D61-32D0B5A93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993" y="3092619"/>
            <a:ext cx="6286311" cy="174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88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>
          <a:extLst>
            <a:ext uri="{FF2B5EF4-FFF2-40B4-BE49-F238E27FC236}">
              <a16:creationId xmlns:a16="http://schemas.microsoft.com/office/drawing/2014/main" id="{3F3D2733-ADA8-8B7A-F3F8-BD56EBBBB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2BE7BBD3-478E-E8DC-1F73-C53CDC29626D}"/>
              </a:ext>
            </a:extLst>
          </p:cNvPr>
          <p:cNvSpPr/>
          <p:nvPr/>
        </p:nvSpPr>
        <p:spPr>
          <a:xfrm>
            <a:off x="0" y="-37950"/>
            <a:ext cx="918464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81;p16">
            <a:extLst>
              <a:ext uri="{FF2B5EF4-FFF2-40B4-BE49-F238E27FC236}">
                <a16:creationId xmlns:a16="http://schemas.microsoft.com/office/drawing/2014/main" id="{91A39314-F054-AA15-6DB2-98B9A1D0058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6">
            <a:extLst>
              <a:ext uri="{FF2B5EF4-FFF2-40B4-BE49-F238E27FC236}">
                <a16:creationId xmlns:a16="http://schemas.microsoft.com/office/drawing/2014/main" id="{AD92993E-C9DC-3773-F505-9AADC3DA8F0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>
            <a:extLst>
              <a:ext uri="{FF2B5EF4-FFF2-40B4-BE49-F238E27FC236}">
                <a16:creationId xmlns:a16="http://schemas.microsoft.com/office/drawing/2014/main" id="{3FBA4906-18AE-3C24-BE02-498F5EEEFB7C}"/>
              </a:ext>
            </a:extLst>
          </p:cNvPr>
          <p:cNvSpPr txBox="1"/>
          <p:nvPr/>
        </p:nvSpPr>
        <p:spPr>
          <a:xfrm>
            <a:off x="2739935" y="2125489"/>
            <a:ext cx="4427945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chemeClr val="bg1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r>
              <a:rPr lang="en-US" altLang="ko-KR" sz="4000" b="1" dirty="0">
                <a:solidFill>
                  <a:schemeClr val="bg1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. </a:t>
            </a:r>
            <a:endParaRPr sz="4000" b="1" dirty="0">
              <a:solidFill>
                <a:schemeClr val="bg1"/>
              </a:solidFill>
              <a:latin typeface="NanumGothic ExtraBold"/>
              <a:ea typeface="NanumGothic ExtraBold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87917607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117</Words>
  <Application>Microsoft Office PowerPoint</Application>
  <PresentationFormat>화면 슬라이드 쇼(16:9)</PresentationFormat>
  <Paragraphs>26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NanumGothic ExtraBold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dongha Lee</dc:creator>
  <cp:lastModifiedBy>노기현</cp:lastModifiedBy>
  <cp:revision>7</cp:revision>
  <dcterms:modified xsi:type="dcterms:W3CDTF">2025-10-28T04:24:29Z</dcterms:modified>
</cp:coreProperties>
</file>