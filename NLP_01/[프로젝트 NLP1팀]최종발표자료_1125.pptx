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4"/>
  </p:notesMasterIdLst>
  <p:sldIdLst>
    <p:sldId id="256" r:id="rId2"/>
    <p:sldId id="263" r:id="rId3"/>
    <p:sldId id="258" r:id="rId4"/>
    <p:sldId id="264" r:id="rId5"/>
    <p:sldId id="265" r:id="rId6"/>
    <p:sldId id="266" r:id="rId7"/>
    <p:sldId id="267" r:id="rId8"/>
    <p:sldId id="259" r:id="rId9"/>
    <p:sldId id="260" r:id="rId10"/>
    <p:sldId id="268" r:id="rId11"/>
    <p:sldId id="269" r:id="rId12"/>
    <p:sldId id="262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1"/>
    <p:restoredTop sz="94660"/>
  </p:normalViewPr>
  <p:slideViewPr>
    <p:cSldViewPr snapToGrid="0">
      <p:cViewPr varScale="1">
        <p:scale>
          <a:sx n="77" d="100"/>
          <a:sy n="77" d="100"/>
        </p:scale>
        <p:origin x="72" y="1064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7E0FB34-95CA-DAC3-1CA7-BF1DAC326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BF9B78FC-1629-82DB-81B4-C8DF36041F0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B821B52-6B11-990C-BA18-014E2AC2F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916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C172B57-2FC3-7A01-0791-53AE3724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25D71FC-2011-A951-EE57-925A875A20E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E6F4D1C-9656-EBB7-5850-6D54D2D1B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57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291570-2DB4-8315-787E-5E84CEBF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4E39589-F0A0-194E-8D6D-C444EA23D76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6AEDAB1-AF57-B678-7435-96A19AE7E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95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5E72BA-E945-C72E-F467-26A5966A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791DC4A-0DEB-0CCF-2167-196319DFC8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131A0117-63AD-301E-6C09-870E45336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296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983634-CE3D-FC15-91BB-65910874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72C522F-40BF-0286-B546-AD7B57B54E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60234722-0DB5-7398-62BF-044370DCD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8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5987E71-4365-8805-8FB4-0FE8B421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E322F7C-88AB-76CF-57D8-D76A0DD0C58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BEAD1A16-24AC-99F0-7B11-19F8E4E62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857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0DD9D02-17D0-58C7-1417-A6EABF26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2C67CAC0-D09D-6E7A-66D2-8D8F9997A98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0DEA27E-92AA-FC84-B737-ABB230C96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271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6831484" cy="130567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</a:rPr>
              <a:t>CUAI</a:t>
            </a:r>
            <a:r>
              <a:rPr lang="en-US" altLang="ko" sz="2500" b="1" dirty="0">
                <a:solidFill>
                  <a:srgbClr val="19264B"/>
                </a:solidFill>
              </a:rPr>
              <a:t> NLP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-KR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25</a:t>
            </a:r>
            <a:endParaRPr lang="en-US" altLang="ko-KR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1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dirty="0">
                <a:solidFill>
                  <a:srgbClr val="19264B"/>
                </a:solidFill>
              </a:rPr>
              <a:t>발표자</a:t>
            </a:r>
            <a:r>
              <a:rPr lang="en-US" altLang="ko-KR" dirty="0">
                <a:solidFill>
                  <a:srgbClr val="19264B"/>
                </a:solidFill>
              </a:rPr>
              <a:t>: </a:t>
            </a:r>
            <a:r>
              <a:rPr lang="ko-KR" altLang="en-US" dirty="0">
                <a:solidFill>
                  <a:srgbClr val="19264B"/>
                </a:solidFill>
              </a:rPr>
              <a:t>홍성빈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202E-E72C-3A0E-C13B-D165C9F6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4D9FDFA-C52C-D340-9E10-DB0E37B131C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8430525-6ABC-6142-4731-DDD344B1E2E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F69F64F-9543-B66E-CAAA-1359A286D36B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7B606FFB-A6C0-31F2-390D-59770F600975}"/>
              </a:ext>
            </a:extLst>
          </p:cNvPr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</a:t>
            </a:r>
            <a:endParaRPr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D06FEFF6-149E-DBE2-BAD6-19335B5BFECE}"/>
              </a:ext>
            </a:extLst>
          </p:cNvPr>
          <p:cNvSpPr txBox="1"/>
          <p:nvPr/>
        </p:nvSpPr>
        <p:spPr>
          <a:xfrm>
            <a:off x="1408975" y="1055550"/>
            <a:ext cx="596164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 dirty="0"/>
              <a:t>프로젝트 주제</a:t>
            </a:r>
            <a:r>
              <a:rPr lang="en-US" altLang="ko-KR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 dirty="0"/>
              <a:t>학술적 동영상 </a:t>
            </a:r>
            <a:r>
              <a:rPr lang="en-US" altLang="ko-KR" b="1" dirty="0"/>
              <a:t>(Ex: CS224N)</a:t>
            </a:r>
            <a:r>
              <a:rPr lang="ko-KR" altLang="en-US" b="1" dirty="0"/>
              <a:t>의 자막을 자동으로 생성해주는 서비스 제작</a:t>
            </a:r>
            <a:endParaRPr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FE77A1-0408-EC58-FB39-BC36CB579A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3963" y="1894130"/>
            <a:ext cx="3719942" cy="15526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400D8A-1617-B8B0-45B5-FC63334B76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61875" y="1724895"/>
            <a:ext cx="1653000" cy="1891105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4DEFEFA-E2B9-918B-3A16-E0267A5179C6}"/>
              </a:ext>
            </a:extLst>
          </p:cNvPr>
          <p:cNvSpPr/>
          <p:nvPr/>
        </p:nvSpPr>
        <p:spPr>
          <a:xfrm>
            <a:off x="5106608" y="2571750"/>
            <a:ext cx="422563" cy="20930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Google Shape;67;p14">
            <a:extLst>
              <a:ext uri="{FF2B5EF4-FFF2-40B4-BE49-F238E27FC236}">
                <a16:creationId xmlns:a16="http://schemas.microsoft.com/office/drawing/2014/main" id="{F30BBE30-B117-4932-41C4-40CB6FFD9027}"/>
              </a:ext>
            </a:extLst>
          </p:cNvPr>
          <p:cNvSpPr txBox="1"/>
          <p:nvPr/>
        </p:nvSpPr>
        <p:spPr>
          <a:xfrm>
            <a:off x="1408975" y="3655832"/>
            <a:ext cx="596164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매주 화요일 세션 직후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회의 진행</a:t>
            </a:r>
          </a:p>
        </p:txBody>
      </p:sp>
    </p:spTree>
    <p:extLst>
      <p:ext uri="{BB962C8B-B14F-4D97-AF65-F5344CB8AC3E}">
        <p14:creationId xmlns:p14="http://schemas.microsoft.com/office/powerpoint/2010/main" val="131483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데이터셋</a:t>
            </a:r>
          </a:p>
        </p:txBody>
      </p:sp>
      <p:sp>
        <p:nvSpPr>
          <p:cNvPr id="3" name="Google Shape;67;p14"/>
          <p:cNvSpPr txBox="1"/>
          <p:nvPr/>
        </p:nvSpPr>
        <p:spPr>
          <a:xfrm>
            <a:off x="1408968" y="1055548"/>
            <a:ext cx="7342768" cy="200051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en-US" altLang="ko-KR" sz="1800" b="1" dirty="0" err="1"/>
              <a:t>AIhub</a:t>
            </a:r>
            <a:r>
              <a:rPr lang="en-US" altLang="ko-KR" sz="1800" b="1" dirty="0"/>
              <a:t> </a:t>
            </a:r>
            <a:r>
              <a:rPr lang="ko-KR" altLang="en-US" b="1" dirty="0"/>
              <a:t>국제 학술대회용 전문분야 한영</a:t>
            </a:r>
            <a:r>
              <a:rPr lang="en-US" altLang="ko-KR" b="1" dirty="0"/>
              <a:t>/</a:t>
            </a:r>
            <a:r>
              <a:rPr lang="ko-KR" altLang="en-US" b="1" dirty="0"/>
              <a:t>영한 통번역 데이터</a:t>
            </a:r>
            <a:endParaRPr lang="en-US" altLang="ko-KR" b="1" dirty="0"/>
          </a:p>
          <a:p>
            <a:pPr marL="285750" indent="-285750">
              <a:buFontTx/>
              <a:buChar char="-"/>
              <a:defRPr/>
            </a:pPr>
            <a:endParaRPr lang="en-US" altLang="ko-KR" b="1" dirty="0"/>
          </a:p>
          <a:p>
            <a:pPr>
              <a:defRPr/>
            </a:pPr>
            <a:r>
              <a:rPr lang="ko-KR" altLang="en-US" dirty="0" err="1"/>
              <a:t>Validation</a:t>
            </a:r>
            <a:r>
              <a:rPr lang="ko-KR" altLang="en-US" dirty="0"/>
              <a:t> 세트의 </a:t>
            </a:r>
            <a:r>
              <a:rPr lang="ko-KR" altLang="en-US" dirty="0" err="1"/>
              <a:t>VS_en</a:t>
            </a:r>
            <a:r>
              <a:rPr lang="ko-KR" altLang="en-US" dirty="0"/>
              <a:t>_* (원천 데이터, 32GB), </a:t>
            </a:r>
            <a:r>
              <a:rPr lang="ko-KR" altLang="en-US" dirty="0" err="1"/>
              <a:t>VL_en</a:t>
            </a:r>
            <a:r>
              <a:rPr lang="ko-KR" altLang="en-US" dirty="0"/>
              <a:t>_* (</a:t>
            </a:r>
            <a:r>
              <a:rPr lang="ko-KR" altLang="en-US" dirty="0" err="1"/>
              <a:t>라벨링</a:t>
            </a:r>
            <a:r>
              <a:rPr lang="ko-KR" altLang="en-US" dirty="0"/>
              <a:t> 데이터) 사용</a:t>
            </a:r>
          </a:p>
          <a:p>
            <a:pPr marL="285750" indent="-285750">
              <a:buFontTx/>
              <a:buChar char="-"/>
              <a:defRPr/>
            </a:pPr>
            <a:endParaRPr lang="en-US" altLang="ko-KR" sz="1800" b="1" dirty="0"/>
          </a:p>
          <a:p>
            <a:pPr>
              <a:defRPr/>
            </a:pPr>
            <a:endParaRPr lang="en-US" altLang="ko-KR" sz="1800" b="1" dirty="0"/>
          </a:p>
          <a:p>
            <a:pPr>
              <a:defRPr/>
            </a:pPr>
            <a:endParaRPr lang="en-US" altLang="ko-KR" sz="1800" b="1" dirty="0"/>
          </a:p>
          <a:p>
            <a:pPr lvl="0">
              <a:defRPr/>
            </a:pPr>
            <a:endParaRPr lang="ko-KR" altLang="en-US" sz="1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31D3FA-114F-17AD-B4DF-E57E4071F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56" y="1937740"/>
            <a:ext cx="3595306" cy="305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E1F4-6664-9138-D7AE-3772FFF1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3A5F378-5EB1-AECB-6C28-FC775A01F15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97881E4-AF30-331C-F3DF-4CA762D4E56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750F1B87-1644-9622-FAAE-F0C6BA8A9E1C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9502707C-0983-D5B9-0E1C-E8119D65D8D3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데이터셋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1AF40053-64E8-A8DB-F75D-00ACA0734F9C}"/>
              </a:ext>
            </a:extLst>
          </p:cNvPr>
          <p:cNvSpPr txBox="1"/>
          <p:nvPr/>
        </p:nvSpPr>
        <p:spPr>
          <a:xfrm>
            <a:off x="1408968" y="1055548"/>
            <a:ext cx="7342768" cy="160040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285750" lvl="0" indent="-285750">
              <a:buFontTx/>
              <a:buChar char="-"/>
              <a:defRPr/>
            </a:pPr>
            <a:r>
              <a:rPr lang="ko-KR" altLang="en-US" sz="1800" b="1" dirty="0"/>
              <a:t>자체 제작 데이터</a:t>
            </a:r>
            <a:endParaRPr lang="en-US" altLang="ko-KR" sz="1800" b="1" dirty="0"/>
          </a:p>
          <a:p>
            <a:pPr lvl="0">
              <a:defRPr/>
            </a:pPr>
            <a:endParaRPr lang="ko-KR" altLang="en-US" sz="1800" b="1" dirty="0"/>
          </a:p>
          <a:p>
            <a:pPr lvl="0">
              <a:defRPr/>
            </a:pPr>
            <a:r>
              <a:rPr lang="en-US" altLang="ko-KR" dirty="0"/>
              <a:t>‘</a:t>
            </a:r>
            <a:r>
              <a:rPr lang="ko-KR" altLang="en-US" dirty="0"/>
              <a:t>아까 네가 </a:t>
            </a:r>
            <a:r>
              <a:rPr lang="ko-KR" altLang="en-US" dirty="0" err="1"/>
              <a:t>인생네컷</a:t>
            </a:r>
            <a:r>
              <a:rPr lang="ko-KR" altLang="en-US" dirty="0"/>
              <a:t> 찍으러 가자고 </a:t>
            </a:r>
            <a:r>
              <a:rPr lang="ko-KR" altLang="en-US" dirty="0" err="1"/>
              <a:t>했잖아</a:t>
            </a:r>
            <a:r>
              <a:rPr lang="en-US" altLang="ko-KR" dirty="0"/>
              <a:t>. </a:t>
            </a:r>
            <a:r>
              <a:rPr lang="ko-KR" altLang="en-US" dirty="0"/>
              <a:t>그래서 난 일부러 시간 맞춰 나왔지</a:t>
            </a:r>
            <a:r>
              <a:rPr lang="en-US" altLang="ko-KR" dirty="0"/>
              <a:t>. </a:t>
            </a:r>
            <a:r>
              <a:rPr lang="ko-KR" altLang="en-US" dirty="0"/>
              <a:t>근데 내가 </a:t>
            </a:r>
            <a:r>
              <a:rPr lang="ko-KR" altLang="en-US" dirty="0" err="1"/>
              <a:t>훠궈</a:t>
            </a:r>
            <a:r>
              <a:rPr lang="ko-KR" altLang="en-US" dirty="0"/>
              <a:t> 먹자고 했던 건 기억도 안 나</a:t>
            </a:r>
            <a:r>
              <a:rPr lang="en-US" altLang="ko-KR" dirty="0"/>
              <a:t>? </a:t>
            </a:r>
            <a:r>
              <a:rPr lang="ko-KR" altLang="en-US" dirty="0"/>
              <a:t>지갑도 안 챙기고 왔네</a:t>
            </a:r>
            <a:r>
              <a:rPr lang="en-US" altLang="ko-KR" dirty="0"/>
              <a:t>, </a:t>
            </a:r>
            <a:r>
              <a:rPr lang="ko-KR" altLang="en-US" dirty="0"/>
              <a:t>값도 없어</a:t>
            </a:r>
            <a:r>
              <a:rPr lang="en-US" altLang="ko-KR" dirty="0"/>
              <a:t>.’</a:t>
            </a:r>
          </a:p>
          <a:p>
            <a:pPr lvl="0">
              <a:defRPr/>
            </a:pPr>
            <a:r>
              <a:rPr lang="en-US" altLang="ko-KR" dirty="0"/>
              <a:t>‘</a:t>
            </a:r>
            <a:r>
              <a:rPr lang="ko-KR" altLang="en-US" dirty="0"/>
              <a:t>오늘 저녁에 뭐 먹을까요</a:t>
            </a:r>
            <a:r>
              <a:rPr lang="en-US" altLang="ko-KR" dirty="0"/>
              <a:t>’</a:t>
            </a:r>
          </a:p>
          <a:p>
            <a:pPr lvl="0">
              <a:defRPr/>
            </a:pPr>
            <a:r>
              <a:rPr lang="en-US" altLang="ko-KR" dirty="0"/>
              <a:t>‘</a:t>
            </a:r>
            <a:r>
              <a:rPr lang="ko-KR" altLang="en-US" dirty="0"/>
              <a:t>내일  회의는 몇 시에 시작해요</a:t>
            </a:r>
            <a:r>
              <a:rPr lang="en-US" altLang="ko-KR" dirty="0"/>
              <a:t>’ …</a:t>
            </a:r>
          </a:p>
        </p:txBody>
      </p:sp>
    </p:spTree>
    <p:extLst>
      <p:ext uri="{BB962C8B-B14F-4D97-AF65-F5344CB8AC3E}">
        <p14:creationId xmlns:p14="http://schemas.microsoft.com/office/powerpoint/2010/main" val="244004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B4FC-6603-4198-29D6-AB7D42EE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373AF0A-1852-98FB-30A2-0175CD053E7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06B599DE-8EC2-75EF-A26C-5C44072D84C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4AF9B709-D722-23F9-61EE-8BA968368DC2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94FDDE26-61E2-55C5-F501-5F0D44B7E447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데이터셋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1852D006-8456-FDDA-7A70-BC01B5506FBF}"/>
              </a:ext>
            </a:extLst>
          </p:cNvPr>
          <p:cNvSpPr txBox="1"/>
          <p:nvPr/>
        </p:nvSpPr>
        <p:spPr>
          <a:xfrm>
            <a:off x="1408968" y="1055548"/>
            <a:ext cx="7342768" cy="46163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 dirty="0"/>
              <a:t>-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CS224n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2019</a:t>
            </a:r>
            <a:endParaRPr lang="ko-KR" altLang="en-US" sz="1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189B88-33EB-4A1C-AC0D-CCD898C9C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56" y="1517181"/>
            <a:ext cx="2979590" cy="334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3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22C9-A9A5-8D14-627E-7F59C47A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BECFC84-7A27-02E5-5308-71F902EFFD9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C04F40A5-F2D6-E43A-F75D-0C5EB4A9314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11EF7B0-8043-5BFD-74D4-B2C639960DFC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D76943C5-8F6D-0DFA-8AF6-CB26B6ED4DC7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구현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D406F39F-A743-8C52-5707-5F2AC1EACA49}"/>
              </a:ext>
            </a:extLst>
          </p:cNvPr>
          <p:cNvSpPr txBox="1"/>
          <p:nvPr/>
        </p:nvSpPr>
        <p:spPr>
          <a:xfrm>
            <a:off x="1454295" y="1138677"/>
            <a:ext cx="7240825" cy="138496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 dirty="0"/>
              <a:t>ASR (</a:t>
            </a:r>
            <a:r>
              <a:rPr lang="en-US" altLang="ko-KR" sz="1800" b="1" dirty="0" err="1"/>
              <a:t>자동</a:t>
            </a:r>
            <a:r>
              <a:rPr lang="en-US" altLang="ko-KR" sz="1800" b="1" dirty="0"/>
              <a:t> </a:t>
            </a:r>
            <a:r>
              <a:rPr lang="en-US" altLang="ko-KR" sz="1800" b="1" dirty="0" err="1"/>
              <a:t>음성</a:t>
            </a:r>
            <a:r>
              <a:rPr lang="en-US" altLang="ko-KR" sz="1800" b="1" dirty="0"/>
              <a:t> </a:t>
            </a:r>
            <a:r>
              <a:rPr lang="en-US" altLang="ko-KR" sz="1800" b="1" dirty="0" err="1"/>
              <a:t>인식</a:t>
            </a:r>
            <a:r>
              <a:rPr lang="en-US" altLang="ko-KR" sz="1800" b="1" dirty="0"/>
              <a:t>)</a:t>
            </a:r>
          </a:p>
          <a:p>
            <a:pPr lvl="0">
              <a:defRPr/>
            </a:pPr>
            <a:endParaRPr lang="en-US" altLang="ko-KR" sz="1800" b="1" dirty="0"/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Faster_</a:t>
            </a:r>
            <a:r>
              <a:rPr lang="en-US" altLang="ko-KR" dirty="0" err="1">
                <a:solidFill>
                  <a:schemeClr val="tx1"/>
                </a:solidFill>
                <a:latin typeface="Arial"/>
              </a:rPr>
              <a:t>Whisper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vad</a:t>
            </a:r>
            <a:r>
              <a:rPr lang="ko-KR" altLang="en-US" dirty="0">
                <a:solidFill>
                  <a:schemeClr val="tx1"/>
                </a:solidFill>
              </a:rPr>
              <a:t> 기반 세그먼트 분리 </a:t>
            </a:r>
            <a:r>
              <a:rPr lang="en-US" altLang="ko-KR" dirty="0">
                <a:solidFill>
                  <a:schemeClr val="tx1"/>
                </a:solidFill>
              </a:rPr>
              <a:t>+ ASR </a:t>
            </a:r>
            <a:r>
              <a:rPr lang="ko-KR" altLang="en-US" dirty="0">
                <a:solidFill>
                  <a:schemeClr val="tx1"/>
                </a:solidFill>
              </a:rPr>
              <a:t>수행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ko-KR" dirty="0">
                <a:solidFill>
                  <a:schemeClr val="tx1"/>
                </a:solidFill>
              </a:rPr>
              <a:t>→ </a:t>
            </a:r>
            <a:r>
              <a:rPr lang="en-US" altLang="ko-KR" dirty="0">
                <a:solidFill>
                  <a:schemeClr val="tx1"/>
                </a:solidFill>
                <a:latin typeface="Arial"/>
              </a:rPr>
              <a:t>Beam Search</a:t>
            </a:r>
            <a:r>
              <a:rPr lang="en-US" altLang="ko-KR" dirty="0">
                <a:solidFill>
                  <a:schemeClr val="tx1"/>
                </a:solidFill>
              </a:rPr>
              <a:t>(N-best </a:t>
            </a:r>
            <a:r>
              <a:rPr lang="ko-KR" altLang="en-US" dirty="0">
                <a:solidFill>
                  <a:schemeClr val="tx1"/>
                </a:solidFill>
              </a:rPr>
              <a:t>출력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en-US" altLang="ko-KR" dirty="0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endParaRPr lang="ko-KR" altLang="en-US" dirty="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EB3D2CC-BEF0-23E1-EAE9-571AF232A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105" y="1226419"/>
            <a:ext cx="3308474" cy="385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3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622A-0F4E-13DF-F738-379E2119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3A2BB4D-D73D-A211-8AFB-F63BDE948F9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E26AFF98-4427-2173-4CCD-96091476EED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CAEEAD4-3565-0F9C-029A-A948225130CC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4099214-E78A-7FD7-471F-534BB00546EC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ED09F4-A867-B309-3573-1A88C0F22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51" y="1295334"/>
            <a:ext cx="3124361" cy="254013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DCA5E7-7040-040A-F3F6-53EBB4B01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713" y="1295334"/>
            <a:ext cx="3143412" cy="255283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7E8DB66-5EC7-E877-5000-01F0339905D5}"/>
              </a:ext>
            </a:extLst>
          </p:cNvPr>
          <p:cNvCxnSpPr/>
          <p:nvPr/>
        </p:nvCxnSpPr>
        <p:spPr>
          <a:xfrm>
            <a:off x="4775200" y="2503778"/>
            <a:ext cx="734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7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구현</a:t>
            </a:r>
          </a:p>
        </p:txBody>
      </p:sp>
      <p:sp>
        <p:nvSpPr>
          <p:cNvPr id="3" name="Google Shape;67;p14"/>
          <p:cNvSpPr txBox="1"/>
          <p:nvPr/>
        </p:nvSpPr>
        <p:spPr>
          <a:xfrm>
            <a:off x="1454295" y="1138677"/>
            <a:ext cx="7240825" cy="138496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 dirty="0" err="1"/>
              <a:t>후처리</a:t>
            </a:r>
            <a:r>
              <a:rPr lang="en-US" altLang="ko-KR" sz="1800" b="1" dirty="0"/>
              <a:t> (LLM </a:t>
            </a:r>
            <a:r>
              <a:rPr lang="en-US" altLang="ko-KR" sz="1800" b="1" dirty="0" err="1"/>
              <a:t>기반</a:t>
            </a:r>
            <a:r>
              <a:rPr lang="en-US" altLang="ko-KR" sz="1800" b="1" dirty="0"/>
              <a:t>)</a:t>
            </a:r>
          </a:p>
          <a:p>
            <a:pPr lvl="0">
              <a:defRPr/>
            </a:pPr>
            <a:endParaRPr lang="en-US" altLang="ko-KR" sz="1800" b="1" dirty="0"/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Whisper의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 </a:t>
            </a: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N-best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 후보를 </a:t>
            </a: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LLM이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 교정/재구성</a:t>
            </a: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ko-KR" dirty="0">
                <a:solidFill>
                  <a:schemeClr val="tx1"/>
                </a:solidFill>
                <a:latin typeface="Arial"/>
              </a:rPr>
              <a:t>4</a:t>
            </a:r>
            <a:r>
              <a:rPr lang="ko-KR" altLang="en-US" dirty="0">
                <a:solidFill>
                  <a:schemeClr val="tx1"/>
                </a:solidFill>
                <a:latin typeface="Arial"/>
              </a:rPr>
              <a:t>가지 방법 </a:t>
            </a:r>
            <a:r>
              <a:rPr lang="en-US" altLang="ko-KR" dirty="0">
                <a:solidFill>
                  <a:schemeClr val="tx1"/>
                </a:solidFill>
                <a:latin typeface="Arial"/>
              </a:rPr>
              <a:t>: 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선택적 재순위화, </a:t>
            </a: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생성적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 재구성, 검색 증강 교정, </a:t>
            </a: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클로즈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 제약 선택</a:t>
            </a:r>
          </a:p>
          <a:p>
            <a:pPr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과보정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(</a:t>
            </a:r>
            <a:r>
              <a:rPr lang="ko-KR" altLang="ko-KR" dirty="0" err="1">
                <a:solidFill>
                  <a:schemeClr val="tx1"/>
                </a:solidFill>
                <a:latin typeface="Arial"/>
              </a:rPr>
              <a:t>over-correction</a:t>
            </a:r>
            <a:r>
              <a:rPr lang="ko-KR" altLang="ko-KR" dirty="0">
                <a:solidFill>
                  <a:schemeClr val="tx1"/>
                </a:solidFill>
                <a:latin typeface="Arial"/>
              </a:rPr>
              <a:t>) 문제를 방지하기 위한 제약 기반 접근 참고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97027F-4682-20E4-82FA-18CE05180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283" y="2496116"/>
            <a:ext cx="2748033" cy="26473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F0FB4FB-C1E0-AD60-6662-6461DECBF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436" y="2571750"/>
            <a:ext cx="4096133" cy="24266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505F06-E586-C1C0-9F06-5FA54E7FC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722" y="1055550"/>
            <a:ext cx="3781790" cy="352435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903C5A8-AFB8-B3DA-E933-6BBB34E56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75" y="964106"/>
            <a:ext cx="3027583" cy="370724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0061CC0-F208-DFAD-A825-53E22750379B}"/>
              </a:ext>
            </a:extLst>
          </p:cNvPr>
          <p:cNvCxnSpPr>
            <a:cxnSpLocks/>
          </p:cNvCxnSpPr>
          <p:nvPr/>
        </p:nvCxnSpPr>
        <p:spPr>
          <a:xfrm flipV="1">
            <a:off x="4516292" y="2571750"/>
            <a:ext cx="523696" cy="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3B82-A0C4-18EE-3F5B-E5E3ED8A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6A7158A-5F7F-9863-981E-839DB8077E3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02172AB8-45EF-42A0-D986-FE11AB953CE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1BE09FD7-EECF-F413-85A6-9684886805BA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0532ADD-8270-AB95-7E10-C3C623210BAF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결과</a:t>
            </a:r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6D09C5-0864-2C44-BDAA-674B3432A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817" y="812879"/>
            <a:ext cx="5888182" cy="421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1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0B06-D412-B785-3A08-D96BE0F1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EB027BD-6721-A378-95B5-69BBBD80713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863A4B99-BFB7-16A7-76E6-FF64A5AF19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B6D25A12-7834-3F3B-6D86-DF69E415022B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CD073518-D258-4CFB-2A89-0FF7136B7B48}"/>
              </a:ext>
            </a:extLst>
          </p:cNvPr>
          <p:cNvSpPr txBox="1"/>
          <p:nvPr/>
        </p:nvSpPr>
        <p:spPr>
          <a:xfrm>
            <a:off x="1408975" y="306875"/>
            <a:ext cx="4979400" cy="5060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결과</a:t>
            </a:r>
          </a:p>
        </p:txBody>
      </p:sp>
      <p:pic>
        <p:nvPicPr>
          <p:cNvPr id="9" name="그림 8" descr="텍스트, 스크린샷, 소프트웨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21D6A-AD38-C7BC-74C3-FB9D84D0D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535" y="812879"/>
            <a:ext cx="3792930" cy="422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8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3466376" y="2125489"/>
            <a:ext cx="2792910" cy="88058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감사합니다</a:t>
            </a:r>
            <a:endParaRPr sz="4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199</Words>
  <Application>Microsoft Office PowerPoint</Application>
  <PresentationFormat>화면 슬라이드 쇼(16:9)</PresentationFormat>
  <Paragraphs>40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NanumGothic ExtraBold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정성룡</dc:creator>
  <cp:lastModifiedBy>홍성빈</cp:lastModifiedBy>
  <cp:revision>34</cp:revision>
  <dcterms:modified xsi:type="dcterms:W3CDTF">2025-11-25T08:38:57Z</dcterms:modified>
  <cp:version>1000.0000.01</cp:version>
</cp:coreProperties>
</file>